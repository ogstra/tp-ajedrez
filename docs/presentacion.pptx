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trabajo: un ajedrez con núcleo y adaptadores, hecho para el TPO de Ingeniería de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alcance obligatorio está hecho y también todos los opcionales de la consigna. Lo importante no es la lista sino cómo está armado, que es lo que sigue.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núcleo tiene las reglas. Los puertos son las interfaces con las que habla con el exterior. Los adaptadores son la consola, la ventana y la IA. Las flechas muestran quién depende de quién: nunca el núcleo de un adaptador.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diagrama por paquetes: core (el núcleo), ports, adapters, accounts y ai. Señalar la interfaz IChessGame como única entrada y las estrategias de movimiento.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criterio de la cátedra: si cambia la tecnología, ¿esto cambia? Si la respuesta es no, es núcleo. La prueba de que funciona es que la ventana Swing se agregó después sin modificar ChessGame.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mundo exterior le habla al núcleo por una sola interfaz, IChessGame, aunque haya teclado, mouse y IA. Hacia afuera hay un puerto chico por cada cosa que se pide: lo que pasa con las piezas, el estado de la partida, a qué pieza se corona y dónde se guardan los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ChessGame no crea nada: recibe el tablero, los listeners, las reglas especiales y las de tablas ya armadas. Solo Main y MainSwing arman el conjunto. Por eso en los tests se le pasa un stub o un mock.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una subclase por pieza. Piece guarda tipo, color y una estrategia de movimiento. La reina no hereda de la torre ni del alfil: compone una de cada una. Una pieza nueva es una estrategia nueva.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PieceFactory es un registro: se le suman tipos con register(). PieceType es una clase de valor y no un enum porque un enum es cerrado y agregar una pieza obligaba a editar la fábrica. BoardSetup arma el tablero inicial de cualquier tamaño y Opponents crea el oponente por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comando guarda lo necesario para revertir: la pieza capturada, la torre del enroque, el peón de la coronación. ChessGame tiene un historial y una pila de rehacer. Además, las casillas que toca cada jugada sirven para saber si el rey o la torre ya se movieron, sin guardar banderas.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turno alterna entre dos estados. Cuando la partida termina, el estado pasa a uno terminal: mate, ahogado o tablas. De un estado terminal no se sale jugando, solo deshaciendo, que vuelve al estado anterior. No hay un booleano gameOver.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observer se partió en dos interfaces para que quien solo quiere saber de movimientos no tenga que implementar el estado de la partida. Los dos adaptadores los implementan y los tests usan un mock que registra los avisos.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ISpecialMove cubre las jugadas que no son mover a una casilla que el movimiento de la pieza ya permite: enroque, captura al paso y coronación. IDrawRule cubre las tablas. ChessGame las recibe por constructor y no sabe cuáles son ni cuántas.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cosas que pueden pedir en la defensa individual: una pieza nueva, otro tamaño de tablero y una regla nueva. Las tres se hacen sin editar clases existentes y cada una tiene un test que lo demuestra.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tests corren solo con javac, sin librerías: ./scripts/test.sh compila y corre todo. Usan Arrange, Act, Assert, un stub y un mock. Los marcados TDD se escribieron antes que el código. Además hay pruebas de integración de la ventana Swing.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no forma parte de las reglas, por eso vive en el paquete ai y solo conoce IChessGame. Piensa sobre una copia de la partida, así que nunca toca la pantalla. El nivel difícil es un minimax de dos jugadas que evalúa con el material y un poco de criterio posicional (centro, desarrollo, seguridad del rey); no ve más allá de dos jugadas y puede equivocarse con el enroque, porque la copia no tiene historial.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cuentas no son reglas del ajedrez: viven en el paquete usuarios. ScoreRecorder escucha la partida con los mismos listeners que la consola y la ventana, y acredita el resultado. Guardar es un puerto, IAccountStore; hoy lo implementa un CSV y mañana podría ser una base de datos sin cambiar nada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del documento de justificación: cada decisión se explica en tres partes, qué, por qué y cuándo se rompería. Acá va solo la primera y la última. El detalle está en docs/justificacion.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en vivo: abrir MainSwing. En el menú, registrar dos usuarios y jugar 1 contra 1 con enroque, coronación y captura al paso; deshacer y rehacer; ver el ranking. Después, contra la IA en nivel difícil jugando con negras (el tablero se gira). Cerrar mostrando en el código cómo se suma una pieza nueva.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9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OBLIGATORIO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8288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Ajedrez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731520" y="3017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C7D6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Núcleo y adaptadores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5D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UADE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Beron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5440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A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noviembre de 2026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0" y="585216"/>
            <a:ext cx="5279050" cy="5687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/Users/francodamianberon/UADE/Ingenieria de Software/TP - Ajedrez/docs/cap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4" y="640080"/>
            <a:ext cx="516932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CONSIGNA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pedía el TPO y lo que hicimos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5303520" cy="44348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0" y="1737360"/>
            <a:ext cx="5303520" cy="44348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Obligatorio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922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Opcional, también hecho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914400" y="27706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56032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8x8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14400" y="331927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310896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piezas, cada una con su movimiento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914400" y="386791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365760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Alternancia de turnos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14400" y="441655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008" y="420624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piezas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14400" y="49651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07008" y="475488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movimientos inválidos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14400" y="55138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530352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jaque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492240" y="27706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84848" y="256032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Jaque mate y ahogado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492240" y="331927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84848" y="310896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Enroque, captura al paso y coronación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492240" y="386791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84848" y="365760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Tablas: material, 50 movimientos, repetición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492240" y="441655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84848" y="420624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 y rehacer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6492240" y="49651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84848" y="475488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6492240" y="55138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84848" y="530352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Oponente con IA en tres niveles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zonas y una regla: todo apunta hacia adentro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108960" cy="324612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3108960" cy="502920"/>
          </a:xfrm>
          <a:prstGeom prst="rect">
            <a:avLst/>
          </a:prstGeom>
          <a:solidFill>
            <a:srgbClr val="4B5563"/>
          </a:solidFill>
          <a:ln w="9525">
            <a:solidFill>
              <a:srgbClr val="4B55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468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y ventana Swing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FileAccountStore (CSV)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371246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y MainSwing (arman todo)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433425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ai/: el oponente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26280" y="1783080"/>
            <a:ext cx="3108960" cy="324612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783080"/>
            <a:ext cx="3108960" cy="502920"/>
          </a:xfrm>
          <a:prstGeom prst="rect">
            <a:avLst/>
          </a:prstGeom>
          <a:solidFill>
            <a:srgbClr val="EAF0E4"/>
          </a:solidFill>
          <a:ln w="9525">
            <a:solidFill>
              <a:srgbClr val="466A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754880" y="2468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IChessGame (entrada)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75488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listeners (Observer)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54880" y="371246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IPromotionChooser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54880" y="433425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IAccountStore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412480" y="1783080"/>
            <a:ext cx="3108960" cy="324612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12480" y="1783080"/>
            <a:ext cx="3108960" cy="502920"/>
          </a:xfrm>
          <a:prstGeom prst="rect">
            <a:avLst/>
          </a:prstGeom>
          <a:solidFill>
            <a:srgbClr val="466A38"/>
          </a:solidFill>
          <a:ln w="9525">
            <a:solidFill>
              <a:srgbClr val="466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641080" y="2468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ChessGame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64108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Piece, estrategias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641080" y="371246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y estados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641080" y="433425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especiales y de tablas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794760" y="3401568"/>
            <a:ext cx="68580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680960" y="3401568"/>
            <a:ext cx="68580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importa nada de </a:t>
            </a:r>
            <a:pPr indent="0" marL="0">
              <a:buNone/>
            </a:pPr>
            <a:r>
              <a:rPr lang="en-US" sz="18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adapters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 de </a:t>
            </a:r>
            <a:pPr indent="0" marL="0">
              <a:buNone/>
            </a:pPr>
            <a:r>
              <a:rPr lang="en-US" sz="18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Por eso la ventana y la IA se agregaron sin tocar el núcleo.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UML refleja el código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mirar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26563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233172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entrada: IChessGame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43357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310896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con su estrategia de movimiento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421081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388620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especiales y de tablas enchufables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498805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66344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 sin flechas hacia afuera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80560" y="1691640"/>
            <a:ext cx="7040880" cy="452628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4480560" y="33832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Acá va el diagrama de clases (UML)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480560" y="3794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docs/uml.png, y después node scripts/build_deck.js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Y ADAPTADORES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pregunta separa las dos zonas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466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¿Esto cambia si cambia la tecnología?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2423160"/>
            <a:ext cx="5303520" cy="342900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0" y="2423160"/>
            <a:ext cx="5303520" cy="342900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Núcleo: no cambia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49224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Adaptadores: sí cambian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914400" y="343357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7008" y="3200400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mueve cada pieza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14400" y="40279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3794760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Turnos, jaque, mate y ahogado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914400" y="46222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4389120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Enroque, coronación y captura al paso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914400" y="521665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07008" y="4983480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y deshacer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492240" y="343357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4848" y="3200400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y ventana Swing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492240" y="40279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84848" y="3794760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Teclado, mouse y diálogos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492240" y="46222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84848" y="4389120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de las piezas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492240" y="521665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84848" y="4983480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oponente con IA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Swing se agregó después sin tocar ChessGame.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entrada y cuatro salidas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65176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DE ENTRADA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408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DE SALIDA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68880"/>
            <a:ext cx="182880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MainSwing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834640" y="2468880"/>
            <a:ext cx="1737360" cy="2377440"/>
          </a:xfrm>
          <a:prstGeom prst="rect">
            <a:avLst/>
          </a:prstGeom>
          <a:solidFill>
            <a:srgbClr val="EAF0E4"/>
          </a:solidFill>
          <a:ln w="25400">
            <a:solidFill>
              <a:srgbClr val="466A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2468880"/>
            <a:ext cx="173736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IChessGame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7760" y="2468880"/>
            <a:ext cx="1737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2468880"/>
            <a:ext cx="173736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ChessGame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(núcleo)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040880" y="2468880"/>
            <a:ext cx="2286000" cy="512064"/>
          </a:xfrm>
          <a:prstGeom prst="rect">
            <a:avLst/>
          </a:prstGeom>
          <a:solidFill>
            <a:srgbClr val="EAF0E4"/>
          </a:solidFill>
          <a:ln w="19050">
            <a:solidFill>
              <a:srgbClr val="466A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2468880"/>
            <a:ext cx="22860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IMoveListener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0" y="3090672"/>
            <a:ext cx="2286000" cy="512064"/>
          </a:xfrm>
          <a:prstGeom prst="rect">
            <a:avLst/>
          </a:prstGeom>
          <a:solidFill>
            <a:srgbClr val="EAF0E4"/>
          </a:solidFill>
          <a:ln w="19050">
            <a:solidFill>
              <a:srgbClr val="466A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0" y="3090672"/>
            <a:ext cx="22860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IGameStatusListener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40880" y="3712464"/>
            <a:ext cx="2286000" cy="512064"/>
          </a:xfrm>
          <a:prstGeom prst="rect">
            <a:avLst/>
          </a:prstGeom>
          <a:solidFill>
            <a:srgbClr val="EAF0E4"/>
          </a:solidFill>
          <a:ln w="19050">
            <a:solidFill>
              <a:srgbClr val="466A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0880" y="3712464"/>
            <a:ext cx="22860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IPromotionChooser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040880" y="4334256"/>
            <a:ext cx="2286000" cy="512064"/>
          </a:xfrm>
          <a:prstGeom prst="rect">
            <a:avLst/>
          </a:prstGeom>
          <a:solidFill>
            <a:srgbClr val="EAF0E4"/>
          </a:solidFill>
          <a:ln w="19050">
            <a:solidFill>
              <a:srgbClr val="466A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40880" y="4334256"/>
            <a:ext cx="22860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IAccountStore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692640" y="246888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92640" y="2468880"/>
            <a:ext cx="182880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ConsoleRenderer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SwingChessView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FileAccountStore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468880" y="365760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 flipH="1">
            <a:off x="4572000" y="365760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675120" y="365760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H="1">
            <a:off x="9326880" y="365760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40080" y="51937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2688" y="5029200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puerto de entrada, aunque haya varios que lo usen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40080" y="56509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32688" y="5486400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puerto de salida por cada cosa distinta que el núcleo pide afuera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flechas van de quien depende o implementa hacia la interfaz.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DEPENDENCIAS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entra por el constructor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5852160" cy="2743200"/>
          </a:xfrm>
          <a:prstGeom prst="rect">
            <a:avLst/>
          </a:prstGeom>
          <a:solidFill>
            <a:srgbClr val="F1F2EC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938528"/>
            <a:ext cx="54864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IChessGame game = new ChessGame(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board,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moveListeners,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statusListeners,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specialMoves,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drawRules);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04088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66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4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040880" y="22128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inyecta por constructor, contra interfaces.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4088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66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lugar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34472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y MainSwing son los únicos que crean y conectan.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4088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66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prueba solo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040880" y="4681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usan un stub y un mock en lugar de la consola.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colaboradores no son un problema de responsabilidad: cada uno es algo externo distinto.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Y COMPOSICIÓN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clase Piece, que tiene su movimiento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2194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828800"/>
            <a:ext cx="219456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57600" y="2331720"/>
            <a:ext cx="2834640" cy="731520"/>
          </a:xfrm>
          <a:prstGeom prst="rect">
            <a:avLst/>
          </a:prstGeom>
          <a:solidFill>
            <a:srgbClr val="EAF0E4"/>
          </a:solidFill>
          <a:ln w="25400">
            <a:solidFill>
              <a:srgbClr val="466A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0" y="2331720"/>
            <a:ext cx="28346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IMovementStrategy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34640" y="2697480"/>
            <a:ext cx="8229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278892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1828800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1828800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692640" y="1828800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0" y="1828800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Rook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772400" y="2560320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2560320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Knight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692640" y="2560320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0" y="2560320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Bishop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72400" y="3291840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0" y="3291840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Queen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692640" y="3291840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92640" y="3291840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 flipH="1">
            <a:off x="6492240" y="2697480"/>
            <a:ext cx="11887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653796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reina compone, no hereda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1645920" y="4526280"/>
            <a:ext cx="3474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45920" y="4526280"/>
            <a:ext cx="34747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QueenMovementStrategy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557784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5577840"/>
            <a:ext cx="25603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RookMovementStrategy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566160" y="55778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66160" y="5577840"/>
            <a:ext cx="26517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BishopMovementStrategy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920240" y="5074920"/>
            <a:ext cx="0" cy="502920"/>
          </a:xfrm>
          <a:prstGeom prst="line">
            <a:avLst/>
          </a:prstGeom>
          <a:noFill/>
          <a:ln w="15875">
            <a:solidFill>
              <a:srgbClr val="466A3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46320" y="5074920"/>
            <a:ext cx="0" cy="502920"/>
          </a:xfrm>
          <a:prstGeom prst="line">
            <a:avLst/>
          </a:prstGeom>
          <a:noFill/>
          <a:ln w="15875">
            <a:solidFill>
              <a:srgbClr val="466A3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66560" y="43708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59168" y="4114800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piezas, una sola clase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6766560" y="501091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59168" y="4754880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pieza nueva es una estrategia nueva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6766560" y="56509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059168" y="5394960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árbol de herencia que mantener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crea qué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474720" cy="32918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PieceFactory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de tipo de pieza a estrategia. Una pieza nueva se agrega sin editar nada.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3794760"/>
            <a:ext cx="3017520" cy="1005840"/>
          </a:xfrm>
          <a:prstGeom prst="rect">
            <a:avLst/>
          </a:prstGeom>
          <a:solidFill>
            <a:srgbClr val="F1F2EC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90448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factory.register(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type, strategy);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1783080"/>
            <a:ext cx="3474720" cy="32918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BoardSetup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el tablero inicial de cualquier tamaño.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0" y="3794760"/>
            <a:ext cx="3017520" cy="1005840"/>
          </a:xfrm>
          <a:prstGeom prst="rect">
            <a:avLst/>
          </a:prstGeom>
          <a:solidFill>
            <a:srgbClr val="F1F2EC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90448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BoardSetup.standard(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pieces);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46720" y="1783080"/>
            <a:ext cx="3474720" cy="32918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Opponents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7532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oponente según el nivel que se elige.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75320" y="3794760"/>
            <a:ext cx="3017520" cy="1005840"/>
          </a:xfrm>
          <a:prstGeom prst="rect">
            <a:avLst/>
          </a:prstGeom>
          <a:solidFill>
            <a:srgbClr val="F1F2EC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58200" y="390448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Opponents.create(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level, random);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PieceType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clase de valor y no un enum: un enum es un conjunto cerrado y obligaba a editar la fábrica.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jugada es un objeto que se puede deshacer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77440" y="178308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ICommand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377440" y="2697480"/>
            <a:ext cx="2194560" cy="548640"/>
          </a:xfrm>
          <a:prstGeom prst="rect">
            <a:avLst/>
          </a:prstGeom>
          <a:solidFill>
            <a:srgbClr val="EAF0E4"/>
          </a:solidFill>
          <a:ln w="25400">
            <a:solidFill>
              <a:srgbClr val="466A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744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IMoveCommand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 flipV="1">
            <a:off x="3474720" y="233172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40080" y="3840480"/>
            <a:ext cx="14447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840480"/>
            <a:ext cx="144475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MoveCommand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362456" y="3566160"/>
            <a:ext cx="0" cy="274320"/>
          </a:xfrm>
          <a:prstGeom prst="line">
            <a:avLst/>
          </a:prstGeom>
          <a:noFill/>
          <a:ln w="15875">
            <a:solidFill>
              <a:srgbClr val="466A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76272" y="3840480"/>
            <a:ext cx="14447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76272" y="3840480"/>
            <a:ext cx="144475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CastlingCommand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98648" y="3566160"/>
            <a:ext cx="0" cy="274320"/>
          </a:xfrm>
          <a:prstGeom prst="line">
            <a:avLst/>
          </a:prstGeom>
          <a:noFill/>
          <a:ln w="15875">
            <a:solidFill>
              <a:srgbClr val="466A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12464" y="3840480"/>
            <a:ext cx="14447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12464" y="3840480"/>
            <a:ext cx="144475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PromotionCommand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34840" y="3566160"/>
            <a:ext cx="0" cy="274320"/>
          </a:xfrm>
          <a:prstGeom prst="line">
            <a:avLst/>
          </a:prstGeom>
          <a:noFill/>
          <a:ln w="15875">
            <a:solidFill>
              <a:srgbClr val="466A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48656" y="3840480"/>
            <a:ext cx="14447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48656" y="3840480"/>
            <a:ext cx="1444752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EnPassantCommand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71032" y="3566160"/>
            <a:ext cx="0" cy="274320"/>
          </a:xfrm>
          <a:prstGeom prst="line">
            <a:avLst/>
          </a:prstGeom>
          <a:noFill/>
          <a:ln w="15875">
            <a:solidFill>
              <a:srgbClr val="466A3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62456" y="3566160"/>
            <a:ext cx="4608576" cy="0"/>
          </a:xfrm>
          <a:prstGeom prst="line">
            <a:avLst/>
          </a:prstGeom>
          <a:noFill/>
          <a:ln w="15875">
            <a:solidFill>
              <a:srgbClr val="466A3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74720" y="3246120"/>
            <a:ext cx="0" cy="320040"/>
          </a:xfrm>
          <a:prstGeom prst="line">
            <a:avLst/>
          </a:prstGeom>
          <a:noFill/>
          <a:ln w="15875">
            <a:solidFill>
              <a:srgbClr val="466A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846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comando guarda lo necesario para revertir: la pieza capturada, la torre del enroque, el peón de la coronación.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5800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78408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REHACER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858000" y="2148840"/>
            <a:ext cx="2011680" cy="530352"/>
          </a:xfrm>
          <a:prstGeom prst="rect">
            <a:avLst/>
          </a:prstGeom>
          <a:solidFill>
            <a:srgbClr val="EAF0E4"/>
          </a:solidFill>
          <a:ln w="12700">
            <a:solidFill>
              <a:srgbClr val="466A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0" y="2148840"/>
            <a:ext cx="20116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jugada 3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858000" y="278892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0" y="2788920"/>
            <a:ext cx="20116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jugada 2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858000" y="342900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0" y="3429000"/>
            <a:ext cx="20116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jugada 1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784080" y="2148840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784080" y="2148840"/>
            <a:ext cx="173736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jugada 4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915400" y="2286000"/>
            <a:ext cx="82296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 flipH="1">
            <a:off x="8915400" y="2606040"/>
            <a:ext cx="82296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8961120" y="1984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undo()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96112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redo()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858000" y="42793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150608" y="406908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 vuelve al estado anterior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858000" y="48280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50608" y="461772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Rehacer reaplica la jugada guardada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858000" y="537667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150608" y="516636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jugada nueva vacía lo que se podía rehacer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858000" y="592531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150608" y="571500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casillas tocadas dan el derecho de enroque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turno y el final de la partida son estados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0" y="182880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WhiteTurnState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223760" y="182880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BlackTurnState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937760" y="2103120"/>
            <a:ext cx="228600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 flipH="1">
            <a:off x="4937760" y="2377440"/>
            <a:ext cx="228600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93776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afterMove()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657600"/>
            <a:ext cx="10881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TERMINALES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" y="4389120"/>
            <a:ext cx="3108960" cy="640080"/>
          </a:xfrm>
          <a:prstGeom prst="rect">
            <a:avLst/>
          </a:prstGeom>
          <a:solidFill>
            <a:srgbClr val="F5F6F2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CheckmateState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434840" y="4389120"/>
            <a:ext cx="3108960" cy="640080"/>
          </a:xfrm>
          <a:prstGeom prst="rect">
            <a:avLst/>
          </a:prstGeom>
          <a:solidFill>
            <a:srgbClr val="F5F6F2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34840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StalemateState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955280" y="4389120"/>
            <a:ext cx="3108960" cy="640080"/>
          </a:xfrm>
          <a:prstGeom prst="rect">
            <a:avLst/>
          </a:prstGeom>
          <a:solidFill>
            <a:srgbClr val="F5F6F2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0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DrawState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383280" y="2651760"/>
            <a:ext cx="0" cy="10058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778240" y="2651760"/>
            <a:ext cx="0" cy="10058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352044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mate, ahogado o tablas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" y="56281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2688" y="5486400"/>
            <a:ext cx="10588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estado terminal no se sale jugando, solo deshaciendo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0080" y="603961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2688" y="5897880"/>
            <a:ext cx="10588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hace falta un booleano gameOver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núcleo avisa sin saber quién escucha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657600" cy="32918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783080"/>
            <a:ext cx="3474720" cy="32918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0" y="1783080"/>
            <a:ext cx="2834640" cy="32918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IMoveListener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834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IGameStatusListener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154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escucha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onMoveMade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onCastling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onPromotion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onUndo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onRedo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8348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onInvalidMove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9834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onCheck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8348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onCheckmate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8348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onStalemate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83480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onDraw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915400" y="2606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ConsoleRenderer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915400" y="3383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SwingChessView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915400" y="4160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RecordingObserver (mock de los tests)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 flipH="1">
            <a:off x="8275320" y="3566160"/>
            <a:ext cx="36576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40080" y="555955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2688" y="5394960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adaptador implementa solo lo que usa (Interface Segregation)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ENCHUFABLES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regla nueva es una clase nueva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303520" cy="32918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0" y="1783080"/>
            <a:ext cx="5303520" cy="32918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ISpecialMove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9224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IDrawRule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Jugadas que el movimiento normal no cubre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9224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tablas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4400" y="288036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CastlingMove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14400" y="356616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566160"/>
            <a:ext cx="47548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EnPassantMove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14400" y="425196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4251960"/>
            <a:ext cx="47548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PromotionMove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288036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InsufficientMaterialRule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92240" y="356616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3566160"/>
            <a:ext cx="47548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FiftyMoveRule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92240" y="425196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4251960"/>
            <a:ext cx="47548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ThreefoldRepetitionRule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nueva: una clase y una línea en StandardRules. ChessGame no se toca (Open/Closed).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puede pedir en la defensa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474720" cy="39776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pieza nueva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estrategia y un registro.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2926080"/>
            <a:ext cx="3017520" cy="1508760"/>
          </a:xfrm>
          <a:prstGeom prst="rect">
            <a:avLst/>
          </a:prstGeom>
          <a:solidFill>
            <a:srgbClr val="F1F2EC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035808"/>
            <a:ext cx="26517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factory.register(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PieceType(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"CHANCELLOR"),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Chancellor());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testNewPieceWithout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TouchingExistingClasses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43400" y="1783080"/>
            <a:ext cx="3474720" cy="39776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Otro tablero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7200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es un dato.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0" y="2926080"/>
            <a:ext cx="3017520" cy="1508760"/>
          </a:xfrm>
          <a:prstGeom prst="rect">
            <a:avLst/>
          </a:prstGeom>
          <a:solidFill>
            <a:srgbClr val="F1F2EC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3035808"/>
            <a:ext cx="26517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board =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Board(10, 10);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testBoardOfAnotherSize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46720" y="1783080"/>
            <a:ext cx="3474720" cy="397764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7532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regla de tablas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27532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inyecta por constructor.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275320" y="2926080"/>
            <a:ext cx="3017520" cy="1508760"/>
          </a:xfrm>
          <a:prstGeom prst="rect">
            <a:avLst/>
          </a:prstGeom>
          <a:solidFill>
            <a:srgbClr val="F1F2EC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58200" y="3035808"/>
            <a:ext cx="26517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StandardRules: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MiRegla()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27532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7532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testNewDrawRuleWithout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TouchingExistingClasses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Núcleo probado sin ninguna infraestructura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466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30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del núcleo y 20 de usuarios, todos pasan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4297680"/>
            <a:ext cx="3840480" cy="685800"/>
          </a:xfrm>
          <a:prstGeom prst="rect">
            <a:avLst/>
          </a:prstGeom>
          <a:solidFill>
            <a:srgbClr val="F1F2EC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407408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./scripts/test.sh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035040" y="22219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7648" y="1920240"/>
            <a:ext cx="5193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Arrange, Act, Assert en cada uno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035040" y="295351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7648" y="2651760"/>
            <a:ext cx="5193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stub, un mock y un fake como dobles de prueba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035040" y="36850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7648" y="3383280"/>
            <a:ext cx="5193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marcados TDD se escribieron antes que el código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035040" y="441655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27648" y="4114800"/>
            <a:ext cx="5193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nueva, tablero de otro tamaño y regla nueva, probados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035040" y="514807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4846320"/>
            <a:ext cx="5193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 de la consola y de la ventana Swing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OPONENTE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niveles, afuera del núcleo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474720" cy="274320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Fácil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RandomOpponent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una jugada legal al azar.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43400" y="1783080"/>
            <a:ext cx="3474720" cy="274320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7200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GreedyOpponent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Prefiere la captura de la pieza de más valor. Si no hay, al azar.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46720" y="1783080"/>
            <a:ext cx="3474720" cy="2743200"/>
          </a:xfrm>
          <a:prstGeom prst="rect">
            <a:avLst/>
          </a:prstGeom>
          <a:solidFill>
            <a:srgbClr val="F5F6F2"/>
          </a:solidFill>
          <a:ln w="9525">
            <a:solidFill>
              <a:srgbClr val="D4D8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Difícil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27532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66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MinimaxOpponent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7532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su jugada y la respuesta del rival, y se queda con la que deja mejor material y posición.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50794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2688" y="4846320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conoce IChessGame y piensa en una copia de la partida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40080" y="567385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" y="5440680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Puntaje: material más centro, desarrollo y rey seguro; el mate vale más que todo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puerto de salida más, sin tocar el núcleo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ChessGame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0" y="1828800"/>
            <a:ext cx="2651760" cy="731520"/>
          </a:xfrm>
          <a:prstGeom prst="rect">
            <a:avLst/>
          </a:prstGeom>
          <a:solidFill>
            <a:srgbClr val="EAF0E4"/>
          </a:solidFill>
          <a:ln w="19050">
            <a:solidFill>
              <a:srgbClr val="466A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ScoreRecorder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(Observer)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49440" y="182880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AccountService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49440" y="3063240"/>
            <a:ext cx="2377440" cy="640080"/>
          </a:xfrm>
          <a:prstGeom prst="rect">
            <a:avLst/>
          </a:prstGeom>
          <a:solidFill>
            <a:srgbClr val="EAF0E4"/>
          </a:solidFill>
          <a:ln w="19050">
            <a:solidFill>
              <a:srgbClr val="466A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IAccountStore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92640" y="297180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0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FileAccountStore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(usuarios.csv)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692640" y="182880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8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la ventana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consola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017520" y="2194560"/>
            <a:ext cx="64008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309360" y="2194560"/>
            <a:ext cx="64008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 flipH="1">
            <a:off x="9326880" y="2194560"/>
            <a:ext cx="36576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138160" y="2560320"/>
            <a:ext cx="0" cy="50292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 flipH="1">
            <a:off x="9326880" y="3383280"/>
            <a:ext cx="365760" cy="0"/>
          </a:xfrm>
          <a:prstGeom prst="line">
            <a:avLst/>
          </a:prstGeom>
          <a:noFill/>
          <a:ln w="19050">
            <a:solidFill>
              <a:srgbClr val="466A38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40080" y="425653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2688" y="4069080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entra con el nombre; el id lo asigna el sistema y no hay contraseña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40080" y="475945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" y="4572000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puntos por victoria y 1 por empate; ranking por puntos, victorias y nombre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40080" y="526237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2688" y="5074920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 el mate devuelve los puntos y rehacerlo los vuelve a sumar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640080" y="5765292"/>
            <a:ext cx="128016" cy="128016"/>
          </a:xfrm>
          <a:prstGeom prst="rect">
            <a:avLst/>
          </a:prstGeom>
          <a:solidFill>
            <a:srgbClr val="466A38"/>
          </a:solidFill>
          <a:ln w="6350">
            <a:solidFill>
              <a:srgbClr val="466A3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" y="5577840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la IA solo suma la persona, juegue con blancas o con negras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decidió y cuándo se rompería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Ajedrez · Ingeniería de Software · UADE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se rompería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6A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Núcleo separado de los adaptadores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un prototipo descartable de pocos días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Piece con su estrategia de movimiento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las piezas compartieran mucho estado propio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PieceType abierto y fábrica con registro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el conjunto de piezas fuera fijo para siempre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con historial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no hiciera falta deshacer ni rehacer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con estados terminales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solo dos estados alcanzaría un enum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especiales y de tablas enchufables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una única excepción alcanzaría un if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detrás de su propio puerto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usuarios reales: contraseña y base de datos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completo, con el por qué de cada una, en docs/justificacion.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822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9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188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Probémoslo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9C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280160" y="24688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y menú: 1 contra 1 o contra la IA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9C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80160" y="3108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Enroque, coronación y captura al paso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749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9C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80160" y="3749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Deshacer, rehacer y ranking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520" y="4389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9C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80160" y="4389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la IA con negras: el tablero se gira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1520" y="5029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9C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280160" y="5029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pieza nueva, sin tocar el núcleo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31520" y="5806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6858000" y="585216"/>
            <a:ext cx="5005047" cy="5687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0" descr="/Users/francodamianberon/UADE/Ingenieria de Software/TP - Ajedrez/docs/cap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4" y="640080"/>
            <a:ext cx="4895319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Ajedrez: núcleo y adaptadores</dc:title>
  <dc:subject>PptxGenJS Presentation</dc:subject>
  <dc:creator>Franco Beron</dc:creator>
  <cp:lastModifiedBy>Franco Beron</cp:lastModifiedBy>
  <cp:revision>1</cp:revision>
  <dcterms:created xsi:type="dcterms:W3CDTF">2026-10-26T18:35:05Z</dcterms:created>
  <dcterms:modified xsi:type="dcterms:W3CDTF">2026-10-26T18:35:05Z</dcterms:modified>
</cp:coreProperties>
</file>