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del grupo y del trabajo.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lo obligatorio y todos los opcionales.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Regla: el núcleo no importa nada de afuera.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el diagrama y recorrer los paquetes.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criterio de la cátedra, aplicado a nuestro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qué dos listeners y no uno.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colaborador inyectado es un colaborador externo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 árbol de herencia de piezas.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enum era un conjunto cerrado.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Deshacer y rehacer salen del historial.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patrón resuelve un problema real: los estados terminales.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adaptadores, un mismo puerto.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Open/Closed aplicado.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puede pedir la defensa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Contar cuántos tests hay con ./scripts/test.sh.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un extra para jugar; no forma parte de las reglas.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Qué, por qué y cuándo se rompería, resumido.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en vivo: abrir MainSwing.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Ajedrez: núcleo y adaptadores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000000"/>
                </a:solidFill>
                <a:latin typeface="Calibri"/>
              </a:rPr>
              <a:t>TPO de Ingeniería de Software, UADE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000000"/>
                </a:solidFill>
                <a:latin typeface="Calibri"/>
              </a:rPr>
              <a:t>Integrantes: [Nombre y apellido de los integrantes]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000000"/>
                </a:solidFill>
                <a:latin typeface="Calibri"/>
              </a:rPr>
              <a:t>[Fecha de exposición]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La consigna y lo que hicimos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Obligatorio: tablero 8x8, seis tipos de pieza, turnos, captura, validación y jaque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Opcional hecho: jaque mate, enroque, captura al paso, coronación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Opcional hecho: tablas (3 reglas), deshacer y rehacer, interfaz gráfica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Opcional hecho: oponente con IA en tres niveles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Núcleo sin framework y probado sin infraestructura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Arquitectura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nucleo: las reglas del juego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puertos: lo que el núcleo pide al exterior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adaptadores: consola y ventana Swing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ai: el oponente, afuera del núcleo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Las dependencias apuntan hacia adentro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645920"/>
            <a:ext cx="5029200" cy="4297680"/>
          </a:xfrm>
          <a:prstGeom prst="rect">
            <a:avLst/>
          </a:prstGeom>
          <a:solidFill>
            <a:srgbClr val="F2F2F2"/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Courier New"/>
              </a:rPr>
              <a:t>adaptadores --&gt; puertos --&gt; nucleo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ai ------------------&gt; nucleo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Main / MainSwing: arman todo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Diagrama de clases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UML consistente con el código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Una sola entrada: IChessGame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Piezas con estrategia de movimiento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Reglas especiales y de tablas enchufables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246888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00000"/>
                </a:solidFill>
                <a:latin typeface="Calibri"/>
              </a:rPr>
              <a:t>[Insertar UML de Franco]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Núcleo y adaptadores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La prueba: si cambia la tecnología, ¿esto cambia?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Reglas del ajedrez: núcleo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Consola, Swing, imágenes de las piezas: adaptadores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La ventana se agregó sin tocar ChessGame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Puertos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Entrada: IChessGame (uno solo)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Salida: IMoveListener, IGameStatusListener, IPromotionChooser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Un puerto de salida por cada cosa que el núcleo pide afuera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El observer se partió en dos (Interface Segregation)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645920"/>
            <a:ext cx="5029200" cy="4297680"/>
          </a:xfrm>
          <a:prstGeom prst="rect">
            <a:avLst/>
          </a:prstGeom>
          <a:solidFill>
            <a:srgbClr val="F2F2F2"/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Courier New"/>
              </a:rPr>
              <a:t>interface IChessGame {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MoveOutcome tryMove(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  Position from, Position to);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boolean undo();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boolean redo();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List&lt;Move&gt; legalMoves();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Inyección de dependencias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Nivel 4: todo entra por constructor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Main y MainSwing arman las partidas de juego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Se prueba con un stub y un mock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Sumar una regla es sumar una línea al armado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645920"/>
            <a:ext cx="5029200" cy="4297680"/>
          </a:xfrm>
          <a:prstGeom prst="rect">
            <a:avLst/>
          </a:prstGeom>
          <a:solidFill>
            <a:srgbClr val="F2F2F2"/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Courier New"/>
              </a:rPr>
              <a:t>new ChessGame(board,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moveListeners,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statusListeners,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specialMoves,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drawRules);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Composición sobre herencia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Una sola clase Piece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Piece tiene una IMovementStrategy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La reina compone torre y alfil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Una pieza nueva es una estrategia nueva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645920"/>
            <a:ext cx="5029200" cy="4297680"/>
          </a:xfrm>
          <a:prstGeom prst="rect">
            <a:avLst/>
          </a:prstGeom>
          <a:solidFill>
            <a:srgbClr val="F2F2F2"/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Courier New"/>
              </a:rPr>
              <a:t>class Piece {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PieceType type;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Color color;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IMovementStrategy movement;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Factory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PieceFactory es un registro tipo -&gt; estrategia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PieceType es una clase de valor, no un enum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BoardSetup.custom recibe tamaño y fila trasera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Se agrega una pieza sin editar clases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645920"/>
            <a:ext cx="5029200" cy="4297680"/>
          </a:xfrm>
          <a:prstGeom prst="rect">
            <a:avLst/>
          </a:prstGeom>
          <a:solidFill>
            <a:srgbClr val="F2F2F2"/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Courier New"/>
              </a:rPr>
              <a:t>IMovementStrategy custom =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new ChancellorMovementStrategy();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factory.register(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new PieceType("CHANCELLOR"),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custom);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Command: jugadas que se pueden deshacer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MoveCommand, CastlingCommand, PromotionCommand, EnPassantCommand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Cada uno guarda lo necesario para revertir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Historial y pila de rehacer en ChessGame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Las casillas tocadas dan el derecho de enroque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645920"/>
            <a:ext cx="5029200" cy="4297680"/>
          </a:xfrm>
          <a:prstGeom prst="rect">
            <a:avLst/>
          </a:prstGeom>
          <a:solidFill>
            <a:srgbClr val="F2F2F2"/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Courier New"/>
              </a:rPr>
              <a:t>interface ICommand {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void execute();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void undo();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Turno: WhiteTurnState y BlackTurnState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Terminales: Checkmate, Stalemate y Draw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No hay un booleano gameOver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Deshacer vuelve al estado anterior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645920"/>
            <a:ext cx="5029200" cy="4297680"/>
          </a:xfrm>
          <a:prstGeom prst="rect">
            <a:avLst/>
          </a:prstGeom>
          <a:solidFill>
            <a:srgbClr val="F2F2F2"/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Courier New"/>
              </a:rPr>
              <a:t>interface IGameState {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Color currentColor();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boolean isOver();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IGameState afterMove();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Observer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El núcleo avisa lo que pasa sin saber quién escucha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ConsoleRenderer y SwingChessView implementan los listeners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Los tests usan un mock que registra los avisos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Reglas enchufables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ISpecialMove: enroque, captura al paso, coronación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IDrawRule: material, 50 movimientos, repetición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ChessGame las recibe y no sabe cuáles son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Regla nueva: una clase y una línea en el armado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645920"/>
            <a:ext cx="5029200" cy="4297680"/>
          </a:xfrm>
          <a:prstGeom prst="rect">
            <a:avLst/>
          </a:prstGeom>
          <a:solidFill>
            <a:srgbClr val="F2F2F2"/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Courier New"/>
              </a:rPr>
              <a:t>interface ISpecialMove {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List&lt;Position&gt; extraDestinations(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  IGameContext context,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  Position from);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IMoveCommand commandFor(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  IGameContext context,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    Position from, Position to);</a:t>
            </a:r>
          </a:p>
          <a:p>
            <a:r>
              <a:rPr sz="1800" b="0">
                <a:solidFill>
                  <a:srgbClr val="000000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Extensibilidad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Pieza nueva sin tocar clases existentes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Tablero de otro tamaño: new Board(10, 10)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Regla de tablas nueva sin editar ChessGame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Cada una tiene un test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Núcleo probado sin infraestructura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Arrange, Act, Assert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Stub y mock como dobles de prueba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Los marcados TDD se escribieron antes del código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Runner propio: ./scripts/test.sh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La IA, afuera del núcleo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Tres niveles: azar, captura codiciosa y minimax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Juega a través de IChessGame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Piensa en una partida de búsqueda propia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No abre diálogos ni toca la pantalla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Decisiones y cuándo se romperían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Núcleo separado: sobra en un prototipo descartable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Estrategias por pieza: una jerarquía corta alcanzaría si compartieran estado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PieceType abierto: un enum alcanzaría con piezas fijas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State con terminales: con 2 estados bastaba un enum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Detalle completo en docs/justificacion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Calibri"/>
              </a:rPr>
              <a:t>Demostración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Partida contra la IA en la ventana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Enroque, coronación y captura al paso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Deshacer y rehacer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0">
                <a:solidFill>
                  <a:srgbClr val="000000"/>
                </a:solidFill>
                <a:latin typeface="Calibri"/>
              </a:rPr>
              <a:t>Gracias</a:t>
            </a:r>
          </a:p>
        </p:txBody>
      </p:sp>
      <p:pic>
        <p:nvPicPr>
          <p:cNvPr id="4" name="Picture 3" descr="cap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71600"/>
            <a:ext cx="4494064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