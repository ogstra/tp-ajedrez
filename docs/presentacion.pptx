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trabajo: un ajedrez con núcleo y adaptadores, hecho para el TPO de Ingeniería de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alcance obligatorio está hecho y también todos los opcionales de la consigna. Lo importante no es la lista sino cómo está armado, que es lo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núcleo tiene las reglas. Los puertos son las interfaces con las que habla con el exterior. Los adaptadores son la consola, la ventana y la IA. Las flechas muestran quién depende de quién: nunca el núcleo de un adaptador.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diagrama por paquetes: nucleo, puertos, adaptadores y ai. Señalar la interfaz IChessGame como única entrada y las estrategias de movimiento.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de la cátedra: si cambia la tecnología, ¿esto cambia? Si la respuesta es no, es núcleo. La prueba de que funciona es que la ventana Swing se agregó después sin modificar ChessGame.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mundo exterior le habla al núcleo por una sola interfaz, IChessGame, aunque haya teclado, mouse y IA. El núcleo le habla al exterior por tres puertos chicos: lo que pasa con las piezas, el estado de la partida y a qué pieza se corona.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ChessGame no crea nada: recibe el tablero, los listeners, las reglas especiales y las de tablas ya armadas. Solo Main y MainSwing arman el conjunto. Por eso en los tests se le pasa un stub o un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una subclase por pieza. Piece guarda tipo, color y una estrategia de movimiento. La reina no hereda de la torre ni del alfil: compone una de cada una. Una pieza nueva es una estrategia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PieceFactory es un registro: se le suman tipos con register(). PieceType es una clase de valor y no un enum porque un enum es cerrado y agregar una pieza obligaba a editar la fábrica. BoardSetup arma el tablero inicial de cualquier tamaño y Opponents crea el oponente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guarda lo necesario para revertir: la pieza capturada, la torre del enroque, el peón de la coronación. ChessGame tiene un historial y una pila de rehacer. Además, las casillas que toca cada jugada sirven para saber si el rey o la torre ya se movieron, sin guardar banderas.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turno alterna entre dos estados. Cuando la partida termina, el estado pasa a uno terminal: mate, ahogado o tablas. De un estado terminal no se sale jugando, solo deshaciendo, que vuelve al estado anterior. No hay un booleano gameOver.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observer se partió en dos interfaces para que quien solo quiere saber de movimientos no tenga que implementar el estado de la partida. Los dos adaptadores los implementan y los tests usan un mock que registra los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ISpecialMove cubre las jugadas que no son mover a una casilla que el movimiento de la pieza ya permite: enroque, captura al paso y coronación. IDrawRule cubre las tablas. ChessGame las recibe por constructor y no sabe cuáles son ni cuántas.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cosas que pueden pedir en la defensa individual: una pieza nueva, otro tamaño de tablero y una regla nueva. Las tres se hacen sin editar clases existentes y cada una tiene un test que lo demuestra.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tests corren solo con javac, sin librerías: ./scripts/test.sh compila y corre todo. Usan Arrange, Act, Assert, un stub y un mock. Los marcados TDD se escribieron antes que el código. Además hay pruebas de integración de la ventana Swing.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no forma parte de las reglas, por eso vive en el paquete ai y solo conoce IChessGame. Piensa sobre una copia de la partida, así que nunca toca la pantalla. El nivel difícil es un minimax de dos jugadas que evalúa con el material y un poco de criterio posicional (centro, desarrollo, seguridad del rey); no ve más allá de dos jugadas y puede equivocarse con el enroque, porque la copia no tiene historial.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del documento de justificación: cada decisión se explica en tres partes, qué, por qué y cuándo se rompería. Acá va solo la primera y la última. El detalle está en docs/justificacion.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en vivo: abrir MainSwing. Mostrar dos jugadores con enroque, coronación y captura al paso; después deshacer y rehacer; después jugar contra la IA en nivel difícil. Cerrar mostrando en el código cómo se suma una pieza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OBLIGATORIO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82880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Ajedrez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731520" y="30175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C7D6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y adaptadores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315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5DB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· UADE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Beron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AB3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noviembre de 2026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58000" y="585216"/>
            <a:ext cx="5005047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489531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CONSIGNA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pedía el TPO y lo que hicimos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Obligatorio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9224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Opcional, también hecho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0700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 8x8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0700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piezas, cada una con su movimiento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Alternancia de turnos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91440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0700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piezas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1440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0700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movimientos inválidos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0700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jaque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9224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484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Jaque mate y ahogado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49224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8484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captura al paso y coronación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49224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8484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Tablas: material, 50 movimientos, repetición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64922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8484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y rehacer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49224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78484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gráfica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649224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8484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 con IA en tres niveles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zonas y una regla: todo apunta hacia adentro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solidFill>
            <a:srgbClr val="4B5563"/>
          </a:solidFill>
          <a:ln w="9525">
            <a:solidFill>
              <a:srgbClr val="4B55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686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ConsoleRenderer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SwingChessView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86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(arman todo)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ai/: el oponente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262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solidFill>
            <a:srgbClr val="EAF0E4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7548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IChessGame (entrada)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548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IMoveListener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7548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IGameStatusListener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548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IPromotionChooser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124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solidFill>
            <a:srgbClr val="466A38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6410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6410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Piece, estrategias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6410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y estados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6410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7947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6809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nucleo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importa nada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adaptadores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Por eso la ventana y la IA se agregaron sin tocar el núcleo.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UML refleja el código real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mirar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26563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2688" y="233172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entrada: IChessGame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10896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 con su estrategia de movimiento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42108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88620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 enchufables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49880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466344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sin flechas hacia afuera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480560" y="1691640"/>
            <a:ext cx="704088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28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480560" y="3383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va el diagrama de clases (UML)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480560" y="37947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docs/uml.png, y después node scripts/build_deck.js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Y ADAPTADORES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pregunta separa las dos zonas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cambia si cambia la tecnología?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Núcleo: no cambia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9224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Adaptadores: sí cambian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1440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mueve cada pieza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1440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Turnos, jaque, mate y ahogado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1440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coronación y captura al paso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91440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0700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y deshacer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9224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8484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y ventana Swing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49224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8484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Teclado, mouse y diálogos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49224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8484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imágenes de las piezas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9224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8484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oponente con IA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Swing se agregó después sin tocar ChessGame.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entrada y tres salidas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65176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ENTRADA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SALIDA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MainSwing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(núcleo)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040880" y="2468880"/>
            <a:ext cx="2286000" cy="69494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0" y="2468880"/>
            <a:ext cx="22860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3310128"/>
            <a:ext cx="2286000" cy="69494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40880" y="3310128"/>
            <a:ext cx="22860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40880" y="4151376"/>
            <a:ext cx="2286000" cy="69494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40880" y="4151376"/>
            <a:ext cx="22860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IPromotionChooser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ConsoleRenderer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SwingChessView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68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H="1">
            <a:off x="457200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67512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9326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51937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0292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puerto de entrada, aunque haya varios que lo usen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4008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4864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salida por cada cosa distinta que el núcleo pide afuera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van de quien depende o implementa hacia la interfaz.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DEPENDENCIAS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entra por el constructor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5852160" cy="27432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938528"/>
            <a:ext cx="54864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 game = new ChessGame(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board,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specialMoves,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drawRules);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04088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040880" y="22128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inyecta por constructor, contra interfaces.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04088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lugar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040880" y="34472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son los únicos que crean y conectan.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040880" y="4297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prueba solo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040880" y="4681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usan un stub y un mock en lugar de la consola.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colaboradores no son un problema de responsabilidad: cada uno es algo externo distinto.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Y COMPOSICIÓN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clase Piece, que tiene su movimiento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IMovementStrategy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34640" y="2697480"/>
            <a:ext cx="8229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2788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Pawn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Knight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 flipH="1">
            <a:off x="6492240" y="2697480"/>
            <a:ext cx="11887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6537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reina compone, no hereda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QueenMovementStrategy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RookMovementStrategy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BishopMovementStrategy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92024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4632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66560" y="4370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59168" y="41148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piezas, una sola clase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6766560" y="5010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059168" y="475488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 es una estrategia nueva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76656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059168" y="539496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árbol de herencia que mantener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crea qué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PieceFactory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de tipo de pieza a estrategia. Una pieza nueva se agrega sin editar nada.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6868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type, strategy);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el tablero inicial de cualquier tamaño.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BoardSetup.standard(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pieces);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4672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7532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oponente según el nivel que se elige.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27532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5820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Opponents.create(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level, random);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PieceType</a:t>
            </a:r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clase de valor y no un enum: un enum es un conjunto cerrado y obligaba a editar la fábrica.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jugada es un objeto que se puede deshacer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ICommand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IMoveCommand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flipV="1">
            <a:off x="3474720" y="2331720"/>
            <a:ext cx="0" cy="3657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MoveCommand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362456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CastlingCommand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98648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PromotionCommand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434840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EnPassantCommand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71032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62456" y="3566160"/>
            <a:ext cx="4608576" cy="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74720" y="3246120"/>
            <a:ext cx="0" cy="32004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846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comando guarda lo necesario para revertir: la pieza capturada, la torre del enroque, el peón de la coronación.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58000" y="1783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78408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solidFill>
            <a:srgbClr val="EAF0E4"/>
          </a:solidFill>
          <a:ln w="1270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1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4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915400" y="228600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 flipH="1">
            <a:off x="8915400" y="260604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896112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undo()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961120" y="2697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redo()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858000" y="42793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50608" y="406908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vuelve al estado anterior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858000" y="4828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150608" y="461772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reaplica la jugada guardada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58000" y="53766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150608" y="516636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jugada nueva vacía lo que se podía rehacer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858000" y="59253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150608" y="57150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casillas tocadas dan el derecho de enroque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turno y el final de la partida son estados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WhiteTurnState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BlackTurnState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937760" y="210312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H="1">
            <a:off x="4937760" y="237744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9377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afterMove()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657600"/>
            <a:ext cx="10881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TERMINALES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CheckmateState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StalemateState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DrawState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8328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77824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352044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mate, ahogado o tablas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6281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548640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estado terminal no se sale jugando, solo deshaciendo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40080" y="60396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89788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hace falta un booleano gameOver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núcleo avisa sin saber quién escucha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65760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548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783080"/>
            <a:ext cx="283464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9834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91540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escucha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onMoveMade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onCastling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onPromotion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onUndo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onRedo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983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onInvalidMove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98348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983480" y="3520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onCheckmate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98348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onStalemate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98348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onDraw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915400" y="26060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ConsoleRenderer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915400" y="33832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SwingChessView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915400" y="4160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RecordingObserver (mock de los tests)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 flipH="1">
            <a:off x="8275320" y="356616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5559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39496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adaptador implementa solo lo que usa (Interface Segregation)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ENCHUFABLES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nueva es una clase nueva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ISpecialMove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922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IDrawRule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Jugadas que el movimiento normal no cubre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9224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de tablas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CastlingMove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EnPassantMove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PromotionMove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InsufficientMaterialRule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FiftyMoveRule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ThreefoldRepetitionRule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nueva: una clase y una línea en el armado. ChessGame no se toca (Open/Closed).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puede pedir en la defensa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pieza nueva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estrategia y un registro.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PieceType(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"CHANCELLOR"),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Chancellor());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6868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testNewPieceWithout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4340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Otro tablero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es un dato.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57200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 board =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Board(10, 10);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testBoardOfAnotherSize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4672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de tablas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inyecta por constructor.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27532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5820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drawRules.add(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MiRegla());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27532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7532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testNewDrawRuleWithout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probado sin ninguna infraestructura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30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del núcleo, todos pasan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3840480" cy="6858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407408"/>
            <a:ext cx="34747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./scripts/test.sh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35040" y="2221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92024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Act, Assert en cada uno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035040" y="29535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65176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stub y un mock como dobles de prueba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035040" y="3685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338328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marcados TDD se escribieron antes que el código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0350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411480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 nueva, tablero de otro tamaño y regla nueva, probados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035040" y="51480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484632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de la ventana Swing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niveles, afuera del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Fácil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6868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RandomOpponent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una jugada legal al azar.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4340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GreedyOpponent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Prefiere la captura de la pieza de más valor. Si no hay, al azar.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Difícil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7532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MinimaxOpponent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7532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su jugada y la respuesta del rival, y se queda con la que deja mejor material y posición.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50794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2688" y="484632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conoce IChessGame y piensa en una copia de la partida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6738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" y="544068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Puntaje: material más centro, desarrollo y rey seguro; el mate vale más que todo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decidió y cuándo se rompería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se rompería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Núcleo separado de los adaptadores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prototipo descartable de pocos días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Piece con su estrategia de movimiento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las piezas compartieran mucho estado propio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PieceType abierto y fábrica con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el conjunto de piezas fuera fijo para siempre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con historial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no hiciera falta deshacer ni rehacer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con estados terminales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solo dos estados alcanzaría un enum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especiales y de tablas enchufables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una única excepción alcanzaría un if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completo, con el por qué de cada una, en docs/justificacion.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822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188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Probémoslo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280160" y="24688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jugadores: enroque y coronación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80160" y="3108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al paso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37490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80160" y="37490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y rehacer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4389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280160" y="43891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IA en nivel difícil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31520" y="50292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80160" y="5029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nueva, sin tocar el núcleo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31520" y="5806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858000" y="585216"/>
            <a:ext cx="5005047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4895319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Ajedrez: núcleo y adaptadores</dc:title>
  <dc:subject>PptxGenJS Presentation</dc:subject>
  <dc:creator>Franco Beron</dc:creator>
  <cp:lastModifiedBy>Franco Beron</cp:lastModifiedBy>
  <cp:revision>1</cp:revision>
  <dcterms:created xsi:type="dcterms:W3CDTF">2026-10-16T11:19:37Z</dcterms:created>
  <dcterms:modified xsi:type="dcterms:W3CDTF">2026-10-16T11:19:37Z</dcterms:modified>
</cp:coreProperties>
</file>